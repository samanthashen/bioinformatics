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02" autoAdjust="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9F13E-5913-4EE3-888D-CFAFDB77F393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B029A-2BD8-417D-B122-EFD0F8C5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D9E4136-E198-4609-8ADE-DE47EC634EC8}" type="datetimeFigureOut">
              <a:rPr lang="en-US" smtClean="0"/>
              <a:t>12/20/2019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2EB98B2-CE83-4954-940C-4A01A72770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Bioinformatics computing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Protein digest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6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How </a:t>
            </a:r>
            <a:r>
              <a:rPr lang="en-US" sz="3600" dirty="0"/>
              <a:t>well d</a:t>
            </a:r>
            <a:r>
              <a:rPr lang="en-US" sz="3600" dirty="0" smtClean="0"/>
              <a:t>oes the </a:t>
            </a:r>
            <a:r>
              <a:rPr lang="en-US" sz="3600" dirty="0"/>
              <a:t>program </a:t>
            </a:r>
            <a:r>
              <a:rPr lang="en-US" sz="3600" dirty="0" smtClean="0"/>
              <a:t>meet </a:t>
            </a:r>
            <a:r>
              <a:rPr lang="en-US" sz="3600" dirty="0"/>
              <a:t>the </a:t>
            </a:r>
            <a:r>
              <a:rPr lang="en-US" sz="3600" dirty="0" smtClean="0"/>
              <a:t>requirements?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  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676400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Write a simple web-server application using </a:t>
            </a:r>
            <a:r>
              <a:rPr lang="en-US" sz="2400" dirty="0" err="1"/>
              <a:t>TurboGears</a:t>
            </a:r>
            <a:r>
              <a:rPr lang="en-US" sz="2400" dirty="0"/>
              <a:t> to carry out an</a:t>
            </a:r>
            <a:r>
              <a:rPr lang="en-US" sz="2400" i="1" dirty="0"/>
              <a:t> in </a:t>
            </a:r>
            <a:r>
              <a:rPr lang="en-US" sz="2400" i="1" dirty="0" err="1"/>
              <a:t>silico</a:t>
            </a:r>
            <a:r>
              <a:rPr lang="en-US" sz="2400" i="1" dirty="0"/>
              <a:t> </a:t>
            </a:r>
            <a:r>
              <a:rPr lang="en-US" sz="2400" dirty="0"/>
              <a:t>enzymatic digest of a user-provided protein sequence</a:t>
            </a:r>
            <a:r>
              <a:rPr lang="en-US" sz="2400" dirty="0" smtClean="0"/>
              <a:t>.</a:t>
            </a:r>
          </a:p>
          <a:p>
            <a:pPr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/>
              <a:t>Users should be able to specify min and max length, min and max molecular weight, # of missed cleavages, and specific enzyme</a:t>
            </a:r>
            <a:r>
              <a:rPr lang="en-US" sz="2400" dirty="0" smtClean="0"/>
              <a:t>.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/>
              <a:t>Output should be a table of peptides, with their length, molecular weight, # of missed cleavages, and amino-acids to left and right of each peptide in the protein sequence.</a:t>
            </a:r>
          </a:p>
        </p:txBody>
      </p:sp>
    </p:spTree>
    <p:extLst>
      <p:ext uri="{BB962C8B-B14F-4D97-AF65-F5344CB8AC3E}">
        <p14:creationId xmlns:p14="http://schemas.microsoft.com/office/powerpoint/2010/main" val="41066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SCIENTIFIC 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0" dirty="0"/>
              <a:t>   - </a:t>
            </a:r>
            <a:r>
              <a:rPr lang="en-US" b="0" dirty="0" smtClean="0"/>
              <a:t>Parses all </a:t>
            </a:r>
            <a:r>
              <a:rPr lang="en-US" dirty="0" smtClean="0"/>
              <a:t>cleavage rules correctly but </a:t>
            </a:r>
            <a:r>
              <a:rPr lang="en-US" b="0" dirty="0" smtClean="0"/>
              <a:t>only  does C terminal exceptions as of current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</a:t>
            </a:r>
            <a:r>
              <a:rPr lang="en-US" dirty="0" smtClean="0"/>
              <a:t>- only select enzymes </a:t>
            </a:r>
            <a:endParaRPr lang="en-US" b="0" dirty="0" smtClean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-Most difficulty came from exceptions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79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324600" y="2057400"/>
            <a:ext cx="2362200" cy="4068763"/>
          </a:xfrm>
        </p:spPr>
        <p:txBody>
          <a:bodyPr/>
          <a:lstStyle/>
          <a:p>
            <a:r>
              <a:rPr lang="en-US" dirty="0" smtClean="0"/>
              <a:t>Asked for random people to fill out form to see if it would work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83" y="1981200"/>
            <a:ext cx="5945017" cy="3951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307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  </a:t>
            </a:r>
            <a:r>
              <a:rPr lang="en-US" dirty="0" smtClean="0"/>
              <a:t>What I </a:t>
            </a:r>
            <a:r>
              <a:rPr lang="en-US" dirty="0"/>
              <a:t>learned about </a:t>
            </a:r>
            <a:r>
              <a:rPr lang="en-US" dirty="0" smtClean="0"/>
              <a:t>bioinformatics + programming</a:t>
            </a:r>
          </a:p>
          <a:p>
            <a:pPr marL="114300" indent="0">
              <a:buNone/>
            </a:pPr>
            <a:r>
              <a:rPr lang="en-US" dirty="0" smtClean="0"/>
              <a:t>- individual enzymes can have special individual rules (like Trypsin (specific))</a:t>
            </a:r>
          </a:p>
          <a:p>
            <a:pPr>
              <a:buFontTx/>
              <a:buChar char="-"/>
            </a:pPr>
            <a:r>
              <a:rPr lang="en-US" dirty="0" smtClean="0"/>
              <a:t>The hard part of programming is anticipating errors</a:t>
            </a:r>
          </a:p>
          <a:p>
            <a:pPr>
              <a:buFontTx/>
              <a:buChar char="-"/>
            </a:pPr>
            <a:r>
              <a:rPr lang="en-US" dirty="0" smtClean="0"/>
              <a:t>Turbo gears helped me see some connection between programming languages – Python/HTML/CSS</a:t>
            </a:r>
          </a:p>
          <a:p>
            <a:pPr>
              <a:buFontTx/>
              <a:buChar char="-"/>
            </a:pPr>
            <a:r>
              <a:rPr lang="en-US" dirty="0" smtClean="0"/>
              <a:t>I had hoped to do all of the enzymes and more webpage design but couldn’t figure out logistics in </a:t>
            </a:r>
            <a:r>
              <a:rPr lang="en-US" dirty="0" smtClean="0"/>
              <a:t>time</a:t>
            </a:r>
          </a:p>
          <a:p>
            <a:pPr>
              <a:buFontTx/>
              <a:buChar char="-"/>
            </a:pPr>
            <a:r>
              <a:rPr lang="en-US" smtClean="0"/>
              <a:t>rewrite/trim </a:t>
            </a:r>
            <a:r>
              <a:rPr lang="en-US" dirty="0" smtClean="0"/>
              <a:t>down code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2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468</TotalTime>
  <Words>112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Apothecary</vt:lpstr>
      <vt:lpstr>Protein digest</vt:lpstr>
      <vt:lpstr>How well does the program meet the requirements?</vt:lpstr>
      <vt:lpstr>SCIENTIFIC TRADEOFFS</vt:lpstr>
      <vt:lpstr>TESTING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well Does the program meet the requirements?</dc:title>
  <dc:creator>Samantha Shen</dc:creator>
  <cp:lastModifiedBy>Samantha Shen</cp:lastModifiedBy>
  <cp:revision>7</cp:revision>
  <dcterms:created xsi:type="dcterms:W3CDTF">2019-12-19T23:51:43Z</dcterms:created>
  <dcterms:modified xsi:type="dcterms:W3CDTF">2019-12-20T19:56:04Z</dcterms:modified>
</cp:coreProperties>
</file>